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 CLASS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Complete Dynamic Website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  →  Models  →  Objects  →  Views  →  Templates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 •  Captions  •  Multiple Objects  •  Dynamic Data  •  Jinja Tags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class students can create a full website end-to-end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2/28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Students Will Learn Today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960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files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CSS, JS, images folders &amp; settings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05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0" y="960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templates, urls, views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40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data from views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dictionary → HTML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0116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240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with name, price, image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74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429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Objects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794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objects from one model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474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0" y="3429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in HTML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0" y="3794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 tags, loops, images + captions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3/28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Picture — How Data Flows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creates data  →  View sends it  →  HTML receives it with Jinja tags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3716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shape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(fields)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560320" y="118872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13716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5176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real items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views.py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13716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4632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objects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949440" y="118872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0" y="1371600"/>
            <a:ext cx="640080" cy="6400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4088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88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}} and {% %}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English: Model = blueprint. Object = real thing made from blueprint.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= the messenger. Template = the page that shows the message.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4/28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Are Static Files?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that do not change for every user — CSS, JavaScript, images, fonts.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05740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site look nice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205740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280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17830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click actions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205740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280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destination_1.jpg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for destinations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1097280"/>
            <a:ext cx="205740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280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0" y="17830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fonts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84124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we keep them?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folder called static/ next to manage.py.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it: static/css/   static/js/   static/images/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all your photos inside static/images/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5/28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Tell Django About Static Files (settings.py)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00"/>
          </a:xfrm>
          <a:prstGeom prst="roundRect">
            <a:avLst>
              <a:gd name="adj" fmla="val 2667"/>
            </a:avLst>
          </a:prstGeom>
          <a:solidFill>
            <a:srgbClr val="0206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STATIC_URL = "/static/"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Browser will ask for files under /static/...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STATICFILES_DIRS = [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BASE_DIR / "static",   # our project static folder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STATIC_ROOT = BASE_DIR / "staticfiles"  # for production only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Simple: STATIC_URL = the web address prefix. STATICFILES_DIRS = where Django looks for your files.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6/28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Static Files Inside HTML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8595360" cy="3108960"/>
          </a:xfrm>
          <a:prstGeom prst="roundRect">
            <a:avLst>
              <a:gd name="adj" fmla="val 2353"/>
            </a:avLst>
          </a:prstGeom>
          <a:solidFill>
            <a:srgbClr val="0206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load static %}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static "images" as baseUrl %}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href="{% static 'css/style.css' %}"&gt;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src="{{ baseUrl }}/destination_1.jpg" alt="Mumbai"&gt;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OR: src="{% static 'images/destination_1.jpg' %}" --&gt;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{% load static %} must be the first line. Then you can use {% static %} anywhere for CSS, JS, images.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7/28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Load Images (Both Correct)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347472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 1 — Direct static tag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load static %}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src="{% static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'images/mumbai.jpg' %}"&gt;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when path is fixed.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206240" cy="347472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 2 — baseUrl (Telusko style)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load static %}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static "images" as baseUrl %}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src="{{ baseUrl }}/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{{ dest.img }}"&gt;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when image 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comes from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8/28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Put Images in the Right Folder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572000" cy="3474720"/>
          </a:xfrm>
          <a:prstGeom prst="roundRect">
            <a:avLst>
              <a:gd name="adj" fmla="val 2105"/>
            </a:avLst>
          </a:prstGeom>
          <a:solidFill>
            <a:srgbClr val="02061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myproject/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manage.py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static/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css/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style.css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js/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main.js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images/          ← HERE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destination_1.jpg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destination_2.jpg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destination_3.jpg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mumbai.jpg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travello/   (app)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777240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0" y="960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0" y="141732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Folder name is static/images/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name must match what you write in the model/object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if object.img = 'destination_1.jpg' then the file must exist in static/images/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small file sizes for speed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9/28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Create Project and App (Terminal)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2560320"/>
          </a:xfrm>
          <a:prstGeom prst="roundRect">
            <a:avLst>
              <a:gd name="adj" fmla="val 2857"/>
            </a:avLst>
          </a:prstGeom>
          <a:solidFill>
            <a:srgbClr val="0206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django-admin startproject myproject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myproject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startapp travello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static/css static/js static/images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travello/templates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352044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settings.py and add 'travello' inside INSTALLED_APPS list.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10/28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What Is a Model? (Simple English)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a blueprint / plan.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Django: "Every destination will have a name, a description, a price, and an image."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plan once. Then you can create many real destinations (objects) from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(Destination class)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img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3108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item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(Mumbai, Goa...)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11/28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Create the Model (models.py)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3200400"/>
          </a:xfrm>
          <a:prstGeom prst="roundRect">
            <a:avLst>
              <a:gd name="adj" fmla="val 2286"/>
            </a:avLst>
          </a:prstGeom>
          <a:solidFill>
            <a:srgbClr val="0206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travello/models.py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django.db import models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Destination(models.Model):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= models.CharField(max_length=100)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  = models.TextField()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 = models.IntegerField()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  = models.CharField(max_length=100)  # file name only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later you can use ImageField — for now CharField is simple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desc, price, img are the fields (columns). Every Destination object will have these four values.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12/28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Types — Simple Meaning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CharField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0" y="868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text (name, city, image file name)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TextField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text (description, paragraph)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IntegerField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22402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 (price, age, quantity)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BooleanField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2926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 (is_featured, offer)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ImageField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0" y="3611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upload (needs Pillow) — advanced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13/28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Import Model &amp; Create Objects in views.py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502920"/>
            <a:ext cx="8686800" cy="4069080"/>
          </a:xfrm>
          <a:prstGeom prst="roundRect">
            <a:avLst>
              <a:gd name="adj" fmla="val 1798"/>
            </a:avLst>
          </a:prstGeom>
          <a:solidFill>
            <a:srgbClr val="0206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943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travello/views.py  (exactly like the Telusko video)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django.shortcuts import render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Destination   # import our model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index(request):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dest1 = Destination()          # create empty object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dest1.name = 'Mumbai'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dest1.desc = 'The City That Never Sleeps'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dest1.img  = 'destination_1.jpg'   # file in static/images/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dest1.price = 700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pass the object to the HTML template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render(request, 'index.html', {'dest1': dest1})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14/28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Every Line (Simple English)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Destination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594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Destination blueprint into views.py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dest1 = Destination()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empty Destination object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dest1.name = 'Mumbai'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name field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dest1.desc = '...'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240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description field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dest1.img = 'destination_1.jpg'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788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only the file name (file lives in static/images/)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337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dest1.price = 700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337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price field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886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render(..., {'dest1': dest1})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886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object to index.html under the name dest1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15/28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Create Multiple Objects from One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502920"/>
            <a:ext cx="8686800" cy="4069080"/>
          </a:xfrm>
          <a:prstGeom prst="roundRect">
            <a:avLst>
              <a:gd name="adj" fmla="val 1798"/>
            </a:avLst>
          </a:prstGeom>
          <a:solidFill>
            <a:srgbClr val="0206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400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index(request):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dest1 = Destination()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dest1.name = 'Mumbai'; dest1.desc = 'City That Never Sleeps'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dest1.img = 'destination_1.jpg'; dest1.price = 700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dest2 = Destination()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dest2.name = 'Hyderabad'; dest2.desc = 'City of Pearls'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dest2.img = 'destination_2.jpg'; dest2.price = 650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dest3 = Destination()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dest3.name = 'Bengaluru'; dest3.desc = 'Garden City'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dest3.img = 'destination_3.jpg'; dest3.price = 750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dests = [dest1, dest2, dest3]   # put all in a 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render(request, 'index.html', {'dests': dests})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16/28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Receive Data in HTML (Jinja / Django Tags)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sends data. HTML accepts it with special tags.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variable 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960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value of a variable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dest.name 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one field of an object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for x in list %}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loop over a list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endfor %}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2743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the loop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37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load static %}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3337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static file tags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static 'path' %}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3931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URL of a static file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17/28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Full index.html — Loop + Image + Caption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502920"/>
            <a:ext cx="8686800" cy="4069080"/>
          </a:xfrm>
          <a:prstGeom prst="roundRect">
            <a:avLst>
              <a:gd name="adj" fmla="val 1798"/>
            </a:avLst>
          </a:prstGeom>
          <a:solidFill>
            <a:srgbClr val="02061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400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load static %}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static "images" as baseUrl %}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html&gt;&lt;html&gt;&lt;body&gt;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&lt;h1&gt;Popular Destinations&lt;/h1&gt;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for dest in dests %}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class="card"&gt;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&lt;img src="{{ baseUrl }}/{{ dest.img }}" alt="{{ dest.name }}"&gt;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&lt;h3&gt;{{ dest.name }}&lt;/h3&gt;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&lt;p&gt;{{ dest.desc }}&lt;/p&gt;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&lt;p&gt;Price: ₹{{ dest.price }}&lt;/p&gt;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endfor %}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&lt;/body&gt;&lt;/html&gt;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18/28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Image + Caption Works Together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961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777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has img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dest.img = 'destination_1.jpg'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27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on disk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1828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static/images/destination_1.jpg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591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baseUrl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5603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static "images" as baseUrl %}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906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URL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291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baseUrl }}/{{ dest.img 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221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0233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dest.name }} and {{ dest.desc }}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19/28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Connect URLs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206240" cy="3474720"/>
          </a:xfrm>
          <a:prstGeom prst="roundRect">
            <a:avLst>
              <a:gd name="adj" fmla="val 2105"/>
            </a:avLst>
          </a:prstGeom>
          <a:solidFill>
            <a:srgbClr val="02061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68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travello/urls.py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django.urls import path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 import views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path('', views.index,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name='index'),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731520"/>
            <a:ext cx="4206240" cy="3474720"/>
          </a:xfrm>
          <a:prstGeom prst="roundRect">
            <a:avLst>
              <a:gd name="adj" fmla="val 2105"/>
            </a:avLst>
          </a:prstGeom>
          <a:solidFill>
            <a:srgbClr val="020617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868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myproject/urls.py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2801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django.contrib import admin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django.urls import path, include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path('admin/', admin.site.urls),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path('', include(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'travello.urls')),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20/28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Data Journey (One Picture)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82296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961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822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822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Destination(name, desc, price, img)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27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views.py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dest1, dest2, dest3 objects + list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28600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3591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render()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{'dests': dests} to index.html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0906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0" y="3017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{% for dest in dests %} show image + text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374904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8221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57600" y="3749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cards with photo, name, price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21/28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Data vs Dynamic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(hard-coded in HTML)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Mumbai, price 700 directly inside the HTML file.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price you must edit HTML every time.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good for many items.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(from views + model)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 objects in Python.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only shows {{ dest.name }}.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in views → page updates automatically.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10 or 100 destinations.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22/28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collectstatic Command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828800"/>
          </a:xfrm>
          <a:prstGeom prst="roundRect">
            <a:avLst>
              <a:gd name="adj" fmla="val 4000"/>
            </a:avLst>
          </a:prstGeom>
          <a:solidFill>
            <a:srgbClr val="0206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local development (DEBUG=True) you usually skip this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collectstatic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Clear old files then collect again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collectstatic --clear --noinput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859536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every static file (from apps + STATICFILES_DIRS) into the STATIC_ROOT folder.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when you deploy the site to a real server. Not required for local practice.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23/28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Students Make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31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Forget {% load static %}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731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and CSS links break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Image name mismatch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has destination_1.jpg but file is mumbai.jpg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Forget to import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NameError: Destination is not defined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Wrong context key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pass 'dest1' but HTML uses {{ dest }}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91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Put images outside static/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cannot find them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931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Hard-code /static/ in HTML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{% static %} tag instead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24/28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Checklist — Build End to End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548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+ travello app + add to INSTALLED_APPS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326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static/css, static/js, static/images folders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167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3167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3 image files inside static/images/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7007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7007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STATIC_URL and STATICFILES_DIRS in settings.py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0848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Destination model (name, desc, price, img)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468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468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views.py: import model, create 3 objects, put in a list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8529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8529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list with render(..., {'dests': dests})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2369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2369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index.html: {% load static %}, loop, show image + caption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6210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62102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app urls.py and include it in project urls.py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0050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005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server and open browser — see 3 destination cards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25/28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This Class Students Can Build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site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destinations with photos and prices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8229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1600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image, name, cost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8229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1600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with photo and role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with screenshot and description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256032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list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3337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with title, summary, thumbnail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256032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/ Food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337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with picture and price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26/28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Rules to Remember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Model = plan. Object = real item made from the plan.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Always import the model before you create objects.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Pass data with the third argument of render().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HTML use {{ }} to print and {% for %} to loop.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88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Images live in static/images/. Object stores only the file name.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918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Always start HTML with {% load static %}.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8412480" cy="438912"/>
          </a:xfrm>
          <a:prstGeom prst="roundRect">
            <a:avLst>
              <a:gd name="adj" fmla="val 10417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947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One model → many objects → one list → one loop in HTML.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Class Notes  |  27/28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 (After This Class)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869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 Database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migrate + admin to store objects permanently instead of creating them in views every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01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ImageField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real image files from admin instead of only storing the file name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157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About, Contact, Project detail page that shows one destination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301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submit data (contact form, booking form)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now build a complete dynamic website: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 + Model + Multiple objects + Images + Jinja tags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Create 5 destinations and show them on the home page.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Open the code and experiment.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Complete Dynamic Website - Static Files, Models, Objects &amp; Views</dc:title>
  <dc:subject>End-to-end class notes for building a dynamic website with models and images</dc:subject>
  <dc:creator>Django Teaching Notes</dc:creator>
  <cp:lastModifiedBy>Django Teaching Notes</cp:lastModifiedBy>
  <cp:revision>1</cp:revision>
  <dcterms:created xsi:type="dcterms:W3CDTF">2026-08-30T17:55:56Z</dcterms:created>
  <dcterms:modified xsi:type="dcterms:W3CDTF">2026-08-30T17:55:56Z</dcterms:modified>
</cp:coreProperties>
</file>